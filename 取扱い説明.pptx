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F21F8E-748F-FB1C-C963-DDA7FD883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7431B0A-0F7C-483F-80D7-57B6EB577A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7A8C25-1B13-8871-0CF7-E82C72458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68F1A8-7A07-8D38-FC17-822FE5D3D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ED026B-B89E-A228-201D-EC22A12B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241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C8EBD-1458-77B2-0DA7-44A3A629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24853B-06EF-3C5A-BF5C-19FEC96ED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3F4AE2-E31B-35E4-E6A3-9074D67F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437AAA-0332-28C6-88AF-C1D2B9AB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5F5719-8906-B690-CDB4-52892C8E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0183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238C2-B588-0E9B-D3F6-B2B160DF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DA86CB-1D71-B3C3-E507-D71993B00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36CB01-41FC-174A-37FE-8CA72835D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5C6F4C-7B74-7796-DAEF-9EFD9DC1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F03074-035F-1B53-2E0C-713FBB46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0592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A9AE24-282E-FA15-3BA8-67C55C9C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7AF763-24EC-86B1-AB68-124994D87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16E6BC-7217-FE9C-D83B-C8A54F0D8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829178-D64A-0828-058E-256BB69B0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287EB8-DB53-BCCD-CE4D-1FFDBDA3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EC58BC-9A1C-DC30-3D66-4E4A77BC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86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32B472-3884-004D-A377-8802CC881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D45DE6-35F4-E1A3-9D6F-0026DD8A3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3BF885-220D-D3C3-58A6-7DB773A18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18A20E-AEA8-1423-6559-AC1BEE725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1036280-5514-C356-8FB6-44574494A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B1D01F7-247A-E3ED-4276-3B956ACDC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896107F-0864-1ACF-A62D-6EEFF06D2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F647DDA-0FA9-990A-4DB6-FE3979BF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795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77CDAB-95D4-8308-9996-25108368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18166F-41D0-2486-97CF-4A6DE5EB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5BA96A-EB75-EDA1-6A35-80F4EE92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5379BAA-B825-5C4B-80AB-E040DD0B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65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2F881A-191C-F4F6-6EB4-EA685BF5D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E23248-C0C6-D013-6196-D5DE2B9C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4D53A6-0332-02B3-3F90-04829ECE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97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B670A8-79D9-E0CE-A372-E45DAC887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8665BD-9B48-870E-5063-5C49913B2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9B4A90-C84C-6193-CA05-F5244CB29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60F175-7F08-1868-E6C0-DB92E47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B92C6BA-7ED2-1D33-E0CB-06079190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6992B0-8395-8A58-A5C8-02907852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0381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130E53-C052-30D9-99F6-178C6CCD1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86A0A4-395A-92BB-5AE5-58EFCD06F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B311C8E-4E5B-2FBD-D1BD-C0866FD0A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B76C10-4EB7-65B5-536F-E3B9E851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C1D06C4-517E-61BB-EABA-96EA15B2A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1C2BD8-43B9-D443-F402-2235F42B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80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27AF3-8933-4FC4-07EB-0772B14E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E073FD-416E-83F3-1581-57026ECE1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22593A-75DA-E33F-599B-72EA12C4C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686499-7195-71A0-E9E7-B3CEF32B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2BDE40-6723-4F80-07EB-58313B194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52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E84D3E0-5344-26BA-84D4-50265DB28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B4AD4C-BC34-2E60-92C3-A1A95B3F8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07F012-1A71-632D-E283-4B6F02FF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E6BA36-F49E-5E4C-01F0-5CDC7DE2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CC1B0D-85D3-A422-C82E-0CA64682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553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D8A9E78-3D05-73E1-90C8-1AF4DA8C3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CAA11-05A6-3957-9969-5A1D9BE60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30892-0388-7791-FE38-D442EB872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D8419-B613-49E2-A3D6-784540465551}" type="datetimeFigureOut">
              <a:rPr kumimoji="1" lang="ja-JP" altLang="en-US" smtClean="0"/>
              <a:t>2025/12/28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FE329B-9588-FC10-875C-56EF1ADE8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F3C873-DDBD-56AB-ED8F-9413895BF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586166-409F-409C-8013-F83B0FDE3D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5992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463FAEB7-1249-4C31-F946-0DA1CE9E8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97"/>
          <a:stretch>
            <a:fillRect/>
          </a:stretch>
        </p:blipFill>
        <p:spPr>
          <a:xfrm>
            <a:off x="805912" y="867905"/>
            <a:ext cx="6519122" cy="546411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BECBC0F-CF03-EABA-C1B4-E18C53A8BF11}"/>
              </a:ext>
            </a:extLst>
          </p:cNvPr>
          <p:cNvSpPr txBox="1"/>
          <p:nvPr/>
        </p:nvSpPr>
        <p:spPr>
          <a:xfrm>
            <a:off x="7900262" y="340961"/>
            <a:ext cx="1848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 err="1"/>
              <a:t>npmrun</a:t>
            </a:r>
            <a:r>
              <a:rPr lang="en-US" altLang="ja-JP" dirty="0"/>
              <a:t> prod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927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アプリケーション, Web サイト&#10;&#10;AI 生成コンテンツは誤りを含む可能性があります。">
            <a:extLst>
              <a:ext uri="{FF2B5EF4-FFF2-40B4-BE49-F238E27FC236}">
                <a16:creationId xmlns:a16="http://schemas.microsoft.com/office/drawing/2014/main" id="{1149AD69-C4CE-CB74-8C96-40764556A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741" y="172995"/>
            <a:ext cx="7200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37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74E9AAD-BB48-EAA8-CF2F-5956F3FD8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78" y="933321"/>
            <a:ext cx="2609850" cy="4200525"/>
          </a:xfrm>
          <a:prstGeom prst="rect">
            <a:avLst/>
          </a:prstGeom>
        </p:spPr>
      </p:pic>
      <p:pic>
        <p:nvPicPr>
          <p:cNvPr id="7" name="図 6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185AB236-6523-8DA2-6607-DC557FA46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088" y="976183"/>
            <a:ext cx="2628900" cy="4152900"/>
          </a:xfrm>
          <a:prstGeom prst="rect">
            <a:avLst/>
          </a:prstGeom>
        </p:spPr>
      </p:pic>
      <p:pic>
        <p:nvPicPr>
          <p:cNvPr id="9" name="図 8" descr="冷蔵庫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8C3771E4-6884-6347-4226-17693D011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449" y="938083"/>
            <a:ext cx="26098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48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</Words>
  <Application>Microsoft Office PowerPoint</Application>
  <PresentationFormat>ワイド画面</PresentationFormat>
  <Paragraphs>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智志 新納</dc:creator>
  <cp:lastModifiedBy>智志 新納</cp:lastModifiedBy>
  <cp:revision>1</cp:revision>
  <dcterms:created xsi:type="dcterms:W3CDTF">2025-12-28T08:31:15Z</dcterms:created>
  <dcterms:modified xsi:type="dcterms:W3CDTF">2025-12-28T08:55:34Z</dcterms:modified>
</cp:coreProperties>
</file>